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62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3"/>
    <p:restoredTop sz="94699"/>
  </p:normalViewPr>
  <p:slideViewPr>
    <p:cSldViewPr snapToGrid="0" snapToObjects="1">
      <p:cViewPr varScale="1">
        <p:scale>
          <a:sx n="107" d="100"/>
          <a:sy n="107" d="100"/>
        </p:scale>
        <p:origin x="1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914B12-166A-604A-B02A-6BDF98888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0B3FA1-2BA7-4E48-A9C2-13B453B33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51C1E3-A457-984B-93CF-DA261C0B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6266DF-307C-394A-B24B-A7614032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A04F50-459D-6145-9F72-11F76F69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98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6CE2D-A101-8743-89E0-4EA8965B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E352C4-2FBB-B341-877A-CC383E910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B8C693-502E-EB4C-8394-621585AB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DC9C98-0E8C-2F49-B8D1-E2157442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920BA7-374C-C94A-9248-C5D8DBD4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63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6E7DCE-E818-654E-B844-31A95926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26DE11-9138-BA4C-88A0-57B3C6981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D5EC24-DCD9-5246-8BC9-58A865AF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E54DEB-9E3F-2542-9B64-1B6618705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EB2037-CAA6-6047-912C-2129EEE3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65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CF19E-3180-1946-83BB-AC88DF3A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E0DF43-E6B8-EB49-A4F1-BFF7B67F6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83DD12-ADD1-4B43-8E03-17904ED03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EF0650-3E37-F64A-931D-CA2CF8C5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EB0963-83AA-CD42-8F01-CE159399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B98DFA-9BB5-324D-8D25-8408D450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28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FB083-2AFE-074B-86E6-ED265647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A5F55B-65EE-A14F-8AC7-42D3D533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9E48B2-2D3F-DA45-822C-E0DD3F397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BF8BFC-67B8-014C-8A49-F4E84DA4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50AE2A-BB08-4E4D-8716-FDE7CC447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2DC143-18F8-5149-826E-EEB2AF14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AF9E7B-677B-E942-B79A-EAE82B96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B85D0C-93B0-A742-962E-51CE40C0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73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C66A9-E68A-8B44-8B48-78661986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3803E3-BDB0-0442-8333-1A10700F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DA0E6F6-D51E-A842-AA04-50992E6C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2273D3-F00C-304A-B9D5-D61C58A6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53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B7F7F9-8E9F-B044-81F0-1DBFFDC6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7D1D70-E95A-784E-9364-4932A7D4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5E3925-515A-0B49-8DA9-97250305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13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619A4-7760-C243-B437-9641B375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4E0134-E44E-3E42-910F-B94B221D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CBB219-4427-5045-94C5-A0E3EF6E0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0AF08C-E293-774D-925F-3D60AE6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3F8124-39A8-AF46-AD7B-49BECAC4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A70F71-5310-D64D-BC41-9B153910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58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D6657-8767-3E47-96C3-5F2E15EC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511770E-22D5-3148-82C5-BCF0567F2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86CF1B-45F7-9343-9E60-B8820B7E2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B014BC-C378-2D45-8187-C96F0E62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8D0788-54EC-1248-905D-29A7FB28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7277CB-2B69-1B44-8383-DAA9C058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17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494E50-677B-D144-911F-9B72A37B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A82D9D-F1AD-3442-96F4-B58B27539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7E6768-41CF-894F-A857-85CDC87F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6FD7AB-9607-D74F-89DC-23C4D61B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249C0C-9430-0F40-9495-5003D57F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76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99D5B1-5FCD-EB44-96F8-1F006B147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D7B675-D0A3-EF4E-9924-745621B09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FA34C0-6079-994F-9768-E7750150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C5135F-2479-9E43-B6FD-E0D7C8E4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7DF248-EB2C-7740-8D59-5D55C4B1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36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0100E3-6EFE-9B45-9FBB-089A1D3A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AFB11B-D565-704D-9156-FF82D47A8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B56E00-A4C2-8543-94A0-654B7C7A0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FB335-5A64-714E-9362-CF4E093063FA}" type="datetimeFigureOut">
              <a:rPr kumimoji="1" lang="ja-JP" altLang="en-US" smtClean="0"/>
              <a:t>2018/10/16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1BBF03-B656-5E4B-AC98-C247096F9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4507C2-22A8-5C40-94B7-0F694E548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0EA28-B5F3-0045-889E-FE880542D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30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22D356-26A3-104E-AA6D-1E69894F1F62}"/>
              </a:ext>
            </a:extLst>
          </p:cNvPr>
          <p:cNvSpPr/>
          <p:nvPr/>
        </p:nvSpPr>
        <p:spPr>
          <a:xfrm>
            <a:off x="4122319" y="2704282"/>
            <a:ext cx="392126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6000" b="1"/>
              <a:t>理 念 動 画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471911-07F3-0742-BF94-A9638829A5D5}"/>
              </a:ext>
            </a:extLst>
          </p:cNvPr>
          <p:cNvSpPr/>
          <p:nvPr/>
        </p:nvSpPr>
        <p:spPr>
          <a:xfrm>
            <a:off x="3512718" y="3601412"/>
            <a:ext cx="542167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000" dirty="0"/>
              <a:t>Corporate philosophy’s movie</a:t>
            </a:r>
            <a:endParaRPr lang="ja-JP" altLang="en-US" sz="300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662C1DC-746C-B342-9D77-6BBECBDDE482}"/>
              </a:ext>
            </a:extLst>
          </p:cNvPr>
          <p:cNvCxnSpPr/>
          <p:nvPr/>
        </p:nvCxnSpPr>
        <p:spPr>
          <a:xfrm>
            <a:off x="3512718" y="3601412"/>
            <a:ext cx="54216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3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22D356-26A3-104E-AA6D-1E69894F1F62}"/>
              </a:ext>
            </a:extLst>
          </p:cNvPr>
          <p:cNvSpPr/>
          <p:nvPr/>
        </p:nvSpPr>
        <p:spPr>
          <a:xfrm>
            <a:off x="1429918" y="977080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理念動画とはひと言で言うと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FB3527E4-F6D2-9245-8F0A-A9395615C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352" y="1812672"/>
            <a:ext cx="9559636" cy="1149782"/>
          </a:xfrm>
        </p:spPr>
        <p:txBody>
          <a:bodyPr/>
          <a:lstStyle/>
          <a:p>
            <a:r>
              <a:rPr lang="ja-JP" altLang="en-US" b="1">
                <a:solidFill>
                  <a:srgbClr val="FF0000"/>
                </a:solidFill>
              </a:rPr>
              <a:t>経営者の想いを伝える動画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A946AF-A9E0-C64C-BB61-89DBFFA71BED}"/>
              </a:ext>
            </a:extLst>
          </p:cNvPr>
          <p:cNvSpPr/>
          <p:nvPr/>
        </p:nvSpPr>
        <p:spPr>
          <a:xfrm>
            <a:off x="1896690" y="4268942"/>
            <a:ext cx="8000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■サービスや商品の多様化で、何を基準に選んでいいかわからない</a:t>
            </a:r>
            <a:r>
              <a:rPr lang="ja-JP" altLang="en-US">
                <a:solidFill>
                  <a:srgbClr val="FF0000"/>
                </a:solidFill>
              </a:rPr>
              <a:t>お客様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8DEEE05-6612-9343-B685-0D6C27405A44}"/>
              </a:ext>
            </a:extLst>
          </p:cNvPr>
          <p:cNvSpPr/>
          <p:nvPr/>
        </p:nvSpPr>
        <p:spPr>
          <a:xfrm>
            <a:off x="1896690" y="4652313"/>
            <a:ext cx="8956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■「会社の方向性がわからない」「何のために働いているかわからない」と嘆く</a:t>
            </a:r>
            <a:r>
              <a:rPr lang="ja-JP" altLang="en-US">
                <a:solidFill>
                  <a:srgbClr val="FF0000"/>
                </a:solidFill>
              </a:rPr>
              <a:t>社員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DFDC1C-1572-1041-AEBA-32EA6D56C981}"/>
              </a:ext>
            </a:extLst>
          </p:cNvPr>
          <p:cNvSpPr/>
          <p:nvPr/>
        </p:nvSpPr>
        <p:spPr>
          <a:xfrm>
            <a:off x="1896690" y="5035684"/>
            <a:ext cx="826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■給料や労働条件だけではなく「やりがい」のある会社で働きたいと思う</a:t>
            </a:r>
            <a:r>
              <a:rPr lang="ja-JP" altLang="en-US">
                <a:solidFill>
                  <a:srgbClr val="FF0000"/>
                </a:solidFill>
              </a:rPr>
              <a:t>学生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7C85126-926B-F847-BB35-C0652468C857}"/>
              </a:ext>
            </a:extLst>
          </p:cNvPr>
          <p:cNvSpPr/>
          <p:nvPr/>
        </p:nvSpPr>
        <p:spPr>
          <a:xfrm>
            <a:off x="1429918" y="3565423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u="sng"/>
              <a:t>理念動画は誰に響くのか？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67C07FA-6EEB-9444-AFE0-DF6B014ACA69}"/>
              </a:ext>
            </a:extLst>
          </p:cNvPr>
          <p:cNvSpPr/>
          <p:nvPr/>
        </p:nvSpPr>
        <p:spPr>
          <a:xfrm>
            <a:off x="1896690" y="5419055"/>
            <a:ext cx="849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■私の夫は、僕の父親は、どんな想いをもって働いているのかわからない</a:t>
            </a:r>
            <a:r>
              <a:rPr lang="ja-JP" altLang="en-US">
                <a:solidFill>
                  <a:srgbClr val="FF0000"/>
                </a:solidFill>
              </a:rPr>
              <a:t>家族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36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00B2B2B-5DF4-8245-8B8C-019C56FE2DC2}"/>
              </a:ext>
            </a:extLst>
          </p:cNvPr>
          <p:cNvSpPr/>
          <p:nvPr/>
        </p:nvSpPr>
        <p:spPr>
          <a:xfrm>
            <a:off x="1051295" y="681874"/>
            <a:ext cx="249299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/>
              <a:t>従来のプロモーション</a:t>
            </a:r>
            <a:endParaRPr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CC72E01-1419-6540-B813-78103AA5A7BF}"/>
              </a:ext>
            </a:extLst>
          </p:cNvPr>
          <p:cNvSpPr/>
          <p:nvPr/>
        </p:nvSpPr>
        <p:spPr>
          <a:xfrm>
            <a:off x="1366522" y="1294024"/>
            <a:ext cx="948208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500"/>
              <a:t>ターゲットを設定して、サービスの形を変えていく（相手中心）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1CE10EA-19EC-5E4A-A3FC-7266BAE73BB1}"/>
              </a:ext>
            </a:extLst>
          </p:cNvPr>
          <p:cNvSpPr/>
          <p:nvPr/>
        </p:nvSpPr>
        <p:spPr>
          <a:xfrm>
            <a:off x="1051295" y="2484543"/>
            <a:ext cx="295465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/>
              <a:t>理念動画のプロモーション</a:t>
            </a:r>
            <a:endParaRPr lang="en-US" altLang="ja-JP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8FB791-65B3-D441-B30C-0CD540FFCA90}"/>
              </a:ext>
            </a:extLst>
          </p:cNvPr>
          <p:cNvSpPr/>
          <p:nvPr/>
        </p:nvSpPr>
        <p:spPr>
          <a:xfrm>
            <a:off x="1366522" y="3117357"/>
            <a:ext cx="1053525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500"/>
              <a:t>企業（経営者）の想いを発信して、相手を「引き寄せる」 （自分中心）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F56D5AF-31EB-DC45-BE31-0BD66F581B17}"/>
              </a:ext>
            </a:extLst>
          </p:cNvPr>
          <p:cNvSpPr/>
          <p:nvPr/>
        </p:nvSpPr>
        <p:spPr>
          <a:xfrm>
            <a:off x="1366522" y="4867740"/>
            <a:ext cx="9930924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u="sng" dirty="0"/>
          </a:p>
          <a:p>
            <a:r>
              <a:rPr lang="ja-JP" altLang="en-US" sz="4000" b="1"/>
              <a:t>経営者の「想い」に触れて行動を起こす人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0319AD1-8729-3B49-91DC-EDFBEBB33CEA}"/>
              </a:ext>
            </a:extLst>
          </p:cNvPr>
          <p:cNvSpPr/>
          <p:nvPr/>
        </p:nvSpPr>
        <p:spPr>
          <a:xfrm>
            <a:off x="963088" y="4283335"/>
            <a:ext cx="3647152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ja-JP" altLang="en-US" u="sng"/>
              <a:t>ターゲットをあえて設定するなら</a:t>
            </a:r>
            <a:endParaRPr lang="en-US" altLang="ja-JP" u="sng" dirty="0"/>
          </a:p>
        </p:txBody>
      </p:sp>
    </p:spTree>
    <p:extLst>
      <p:ext uri="{BB962C8B-B14F-4D97-AF65-F5344CB8AC3E}">
        <p14:creationId xmlns:p14="http://schemas.microsoft.com/office/powerpoint/2010/main" val="355914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7C85126-926B-F847-BB35-C0652468C857}"/>
              </a:ext>
            </a:extLst>
          </p:cNvPr>
          <p:cNvSpPr/>
          <p:nvPr/>
        </p:nvSpPr>
        <p:spPr>
          <a:xfrm>
            <a:off x="3448564" y="3322628"/>
            <a:ext cx="4493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sz="2800" u="sng" dirty="0"/>
          </a:p>
          <a:p>
            <a:r>
              <a:rPr lang="en-US" altLang="ja-JP" sz="2800" b="1" u="sng" dirty="0"/>
              <a:t>①</a:t>
            </a:r>
            <a:r>
              <a:rPr lang="ja-JP" altLang="en-US" sz="2800" b="1" u="sng"/>
              <a:t>映像にウソがないこと。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CC72E01-1419-6540-B813-78103AA5A7BF}"/>
              </a:ext>
            </a:extLst>
          </p:cNvPr>
          <p:cNvSpPr/>
          <p:nvPr/>
        </p:nvSpPr>
        <p:spPr>
          <a:xfrm>
            <a:off x="1267900" y="10462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u="sng"/>
              <a:t>必要なことは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8FB791-65B3-D441-B30C-0CD540FFCA90}"/>
              </a:ext>
            </a:extLst>
          </p:cNvPr>
          <p:cNvSpPr/>
          <p:nvPr/>
        </p:nvSpPr>
        <p:spPr>
          <a:xfrm>
            <a:off x="1404377" y="1837810"/>
            <a:ext cx="9995044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500" b="1" dirty="0">
                <a:solidFill>
                  <a:srgbClr val="FF0000"/>
                </a:solidFill>
              </a:rPr>
              <a:t>『</a:t>
            </a:r>
            <a:r>
              <a:rPr lang="ja-JP" altLang="en-US" sz="4500" b="1">
                <a:solidFill>
                  <a:srgbClr val="FF0000"/>
                </a:solidFill>
              </a:rPr>
              <a:t>共感</a:t>
            </a:r>
            <a:r>
              <a:rPr lang="en-US" altLang="ja-JP" sz="4500" b="1" dirty="0">
                <a:solidFill>
                  <a:srgbClr val="FF0000"/>
                </a:solidFill>
              </a:rPr>
              <a:t>』</a:t>
            </a:r>
            <a:r>
              <a:rPr lang="ja-JP" altLang="en-US" sz="3000" b="1">
                <a:solidFill>
                  <a:srgbClr val="FF0000"/>
                </a:solidFill>
              </a:rPr>
              <a:t>してもらい</a:t>
            </a:r>
            <a:r>
              <a:rPr lang="en-US" altLang="ja-JP" sz="4500" b="1" dirty="0">
                <a:solidFill>
                  <a:srgbClr val="FF0000"/>
                </a:solidFill>
              </a:rPr>
              <a:t>『</a:t>
            </a:r>
            <a:r>
              <a:rPr lang="ja-JP" altLang="en-US" sz="4500" b="1">
                <a:solidFill>
                  <a:srgbClr val="FF0000"/>
                </a:solidFill>
              </a:rPr>
              <a:t>ファン</a:t>
            </a:r>
            <a:r>
              <a:rPr lang="en-US" altLang="ja-JP" sz="4500" b="1" dirty="0">
                <a:solidFill>
                  <a:srgbClr val="FF0000"/>
                </a:solidFill>
              </a:rPr>
              <a:t>』</a:t>
            </a:r>
            <a:r>
              <a:rPr lang="ja-JP" altLang="en-US" sz="3000" b="1">
                <a:solidFill>
                  <a:srgbClr val="FF0000"/>
                </a:solidFill>
              </a:rPr>
              <a:t>を増やすこと。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E18958-3D2D-FC41-B3B4-BA25B376CE79}"/>
              </a:ext>
            </a:extLst>
          </p:cNvPr>
          <p:cNvSpPr/>
          <p:nvPr/>
        </p:nvSpPr>
        <p:spPr>
          <a:xfrm>
            <a:off x="1267900" y="3254896"/>
            <a:ext cx="180049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/>
              <a:t>共感のポイント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144A064-21B3-254D-8194-4B8215000153}"/>
              </a:ext>
            </a:extLst>
          </p:cNvPr>
          <p:cNvSpPr/>
          <p:nvPr/>
        </p:nvSpPr>
        <p:spPr>
          <a:xfrm>
            <a:off x="3448564" y="4027237"/>
            <a:ext cx="557075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sz="2800" u="sng" dirty="0"/>
          </a:p>
          <a:p>
            <a:r>
              <a:rPr lang="en-US" altLang="ja-JP" sz="2800" b="1" u="sng" dirty="0"/>
              <a:t>②</a:t>
            </a:r>
            <a:r>
              <a:rPr lang="ja-JP" altLang="en-US" sz="2800" b="1" u="sng"/>
              <a:t>弱いところもさらけ出すこと。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5BEB393-C22A-8945-81CF-908A8E98A4CD}"/>
              </a:ext>
            </a:extLst>
          </p:cNvPr>
          <p:cNvSpPr/>
          <p:nvPr/>
        </p:nvSpPr>
        <p:spPr>
          <a:xfrm>
            <a:off x="3448564" y="4705949"/>
            <a:ext cx="377539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sz="2800" u="sng" dirty="0"/>
          </a:p>
          <a:p>
            <a:r>
              <a:rPr lang="en-US" altLang="ja-JP" sz="2800" b="1" u="sng" dirty="0"/>
              <a:t>③</a:t>
            </a:r>
            <a:r>
              <a:rPr lang="ja-JP" altLang="en-US" sz="2800" b="1" u="sng"/>
              <a:t>物語をつくること。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393092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CC72E01-1419-6540-B813-78103AA5A7BF}"/>
              </a:ext>
            </a:extLst>
          </p:cNvPr>
          <p:cNvSpPr/>
          <p:nvPr/>
        </p:nvSpPr>
        <p:spPr>
          <a:xfrm>
            <a:off x="912288" y="7752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u="sng"/>
              <a:t>最も大きな特徴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7F2434-3A6D-854A-83CE-2F1DEC4071D0}"/>
              </a:ext>
            </a:extLst>
          </p:cNvPr>
          <p:cNvSpPr/>
          <p:nvPr/>
        </p:nvSpPr>
        <p:spPr>
          <a:xfrm>
            <a:off x="2029888" y="1329287"/>
            <a:ext cx="8712642" cy="907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u="sng" dirty="0"/>
          </a:p>
          <a:p>
            <a:r>
              <a:rPr lang="ja-JP" altLang="en-US" sz="3500" b="1"/>
              <a:t>会社のオリジナル曲を持つことができる。</a:t>
            </a:r>
            <a:endParaRPr lang="en-US" altLang="ja-JP" sz="35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E1CF465-3C59-B843-AB2A-169E3601700E}"/>
              </a:ext>
            </a:extLst>
          </p:cNvPr>
          <p:cNvSpPr/>
          <p:nvPr/>
        </p:nvSpPr>
        <p:spPr>
          <a:xfrm>
            <a:off x="1277802" y="2421894"/>
            <a:ext cx="9648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経営者に長時間取材させていただき、その会社の物語をつくり、オリジナルの歌にします。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295E5EE-2DB8-9146-87EC-4567A161EA12}"/>
              </a:ext>
            </a:extLst>
          </p:cNvPr>
          <p:cNvSpPr/>
          <p:nvPr/>
        </p:nvSpPr>
        <p:spPr>
          <a:xfrm>
            <a:off x="1070053" y="4535933"/>
            <a:ext cx="10443885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u="sng" dirty="0"/>
          </a:p>
          <a:p>
            <a:r>
              <a:rPr lang="ja-JP" altLang="en-US" sz="4000" b="1"/>
              <a:t>映像と音楽と言葉で綴る経営者のストーリー</a:t>
            </a:r>
            <a:endParaRPr lang="en-US" altLang="ja-JP" sz="4000" b="1" dirty="0"/>
          </a:p>
        </p:txBody>
      </p:sp>
      <p:sp>
        <p:nvSpPr>
          <p:cNvPr id="3" name="三角形 2">
            <a:extLst>
              <a:ext uri="{FF2B5EF4-FFF2-40B4-BE49-F238E27FC236}">
                <a16:creationId xmlns:a16="http://schemas.microsoft.com/office/drawing/2014/main" id="{11BE55C3-60DF-BB44-AD28-63787B0AE024}"/>
              </a:ext>
            </a:extLst>
          </p:cNvPr>
          <p:cNvSpPr/>
          <p:nvPr/>
        </p:nvSpPr>
        <p:spPr>
          <a:xfrm rot="10800000">
            <a:off x="5562067" y="3430764"/>
            <a:ext cx="540132" cy="4656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05DFE5C-1827-D146-B70D-FEEF7FF01BAC}"/>
              </a:ext>
            </a:extLst>
          </p:cNvPr>
          <p:cNvSpPr/>
          <p:nvPr/>
        </p:nvSpPr>
        <p:spPr>
          <a:xfrm>
            <a:off x="912288" y="396258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u="sng"/>
              <a:t>理念動画とはつまり</a:t>
            </a:r>
          </a:p>
        </p:txBody>
      </p:sp>
    </p:spTree>
    <p:extLst>
      <p:ext uri="{BB962C8B-B14F-4D97-AF65-F5344CB8AC3E}">
        <p14:creationId xmlns:p14="http://schemas.microsoft.com/office/powerpoint/2010/main" val="107438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7F2434-3A6D-854A-83CE-2F1DEC4071D0}"/>
              </a:ext>
            </a:extLst>
          </p:cNvPr>
          <p:cNvSpPr/>
          <p:nvPr/>
        </p:nvSpPr>
        <p:spPr>
          <a:xfrm>
            <a:off x="1561119" y="2904452"/>
            <a:ext cx="9610323" cy="907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ja-JP" u="sng" dirty="0"/>
          </a:p>
          <a:p>
            <a:r>
              <a:rPr lang="ja-JP" altLang="en-US" sz="3500" b="1"/>
              <a:t>どう見られたいかではなく、どう在りたいか。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4264F0-B192-5D4E-B9EE-E8008EFC1439}"/>
              </a:ext>
            </a:extLst>
          </p:cNvPr>
          <p:cNvSpPr/>
          <p:nvPr/>
        </p:nvSpPr>
        <p:spPr>
          <a:xfrm>
            <a:off x="1064688" y="177818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u="sng"/>
              <a:t>新しい時代の考え方</a:t>
            </a:r>
          </a:p>
        </p:txBody>
      </p:sp>
    </p:spTree>
    <p:extLst>
      <p:ext uri="{BB962C8B-B14F-4D97-AF65-F5344CB8AC3E}">
        <p14:creationId xmlns:p14="http://schemas.microsoft.com/office/powerpoint/2010/main" val="307266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270</Words>
  <Application>Microsoft Macintosh PowerPoint</Application>
  <PresentationFormat>ワイド画面</PresentationFormat>
  <Paragraphs>35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経営者の想いを伝える動画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経営者の想いを伝える動画</dc:title>
  <dc:creator>Yer0923</dc:creator>
  <cp:lastModifiedBy>Yer0923</cp:lastModifiedBy>
  <cp:revision>27</cp:revision>
  <cp:lastPrinted>2018-10-16T12:07:26Z</cp:lastPrinted>
  <dcterms:created xsi:type="dcterms:W3CDTF">2018-10-16T07:54:04Z</dcterms:created>
  <dcterms:modified xsi:type="dcterms:W3CDTF">2018-10-16T12:16:53Z</dcterms:modified>
</cp:coreProperties>
</file>